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067AFE-0F55-F6F1-5EBA-CAA80A51F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734491A-F188-7504-2F3F-2868BDE2B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58BAA5-5BD8-E6E9-6AAA-72E5F00A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E3F141-B109-B123-60A4-CD15B4885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5CBDCD-B426-4CD4-E442-86C1D2CB8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04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CCD692-FAE5-13AE-6F0B-C03415735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6ED6F-DCB7-3054-98B5-F9D4DDB9E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A0C2B7-7226-2349-92FE-CFF53211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40F1A8-62EC-A37C-C0E6-A1681B12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AF4A00-981C-EBF1-98F1-E4F0DB85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46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AE97A0-2ED6-ED73-6CF7-FFEAFF296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8B0F24-8DD1-F378-98C3-7C59BD716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F5CF73-B9B9-5C56-23A8-5D14A652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E2E3BB-842B-945A-1741-837A97F2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51B8FE-5ABF-67CC-B550-BC278412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83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BE692E-8786-B078-8E5C-59C03C65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068769-9EBA-15DA-E442-6826C42DD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24CB55-E507-2E2C-8A57-3EE549065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E11987-5479-D274-646D-19FC888C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0D33D4-102F-32AC-8D68-72BDB174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4BB057-B9AB-0DA8-6F04-2F29E92E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9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579CF0-BE53-A8D5-9FAA-0F6063DFA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72667F-5697-1784-CF2A-71D090782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25A974-E60C-EA87-EF10-C4C04397D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ED3E8B-E937-CE2A-38EB-91649830E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77A56D1-5EC3-BAD6-56FF-DA01EF1CC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6E2BCC-4A3C-E2CB-DF9C-FE516ADA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E69BF0-AA90-E022-3F8E-012B0D23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443C31E-6719-1F82-8224-7B44CB7A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505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8085D1-EA04-B952-7E39-0FA355E2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02C1E4-FC6B-E0BE-BD03-AFA5D6FA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770C172-C54A-BB22-BFF2-1F3660DCF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AA8E96-924C-7D69-C034-99D2FE7D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920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17C3F5A-ADDC-85EE-E4E4-37DA2910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ADD5058-851F-93ED-AAA6-0EAA6AF1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D1D103-5CA0-9130-A920-52ABA50E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09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9803-14E5-1BDD-70B3-FAE03CE9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38C7C1-F6FD-442D-30AD-8A6333E02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2E0EA6-F9C0-0954-E126-AD8D366D3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B79C90-93F0-5A45-8341-98A41CB1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B0736D-8BD0-8678-72EA-2B4465D69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D22991-D6A0-C5D6-4FAC-20ECA296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76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788A45-AB6B-5276-019E-2D4D901CB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7DEB631-F650-89D3-394C-9A6AC8DFB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B8CF12A-E8C6-3049-2496-692425A04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8B44AF-9A4C-2E55-AC55-2B00C3FD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F90594-BA4F-B73E-0392-914DABD3C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CBF723-03A6-A6B4-054B-5DFBEED3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44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F80013-54E6-8189-649F-19E6A321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14A1A9-6B2E-B53E-4778-D9E89701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AA65CE-B3CC-05F2-7A2C-B47A37F3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3D8844-2FC6-5FC7-9AF8-532849464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A8A1F8-8D18-9A11-BD9B-F64F7A7A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088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C10F078-FDC1-849D-2ED9-63655DCE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7B88DE-4F9F-251A-D463-E8CD3FAAD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5AEA3D-DC3B-CC71-B4EA-FE8E3CDD5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BA1A02-DBE9-1619-B71E-5FEDD346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EA3B1A-997A-81FF-0600-E64EFD92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647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E51149-FED8-2C1D-64A5-1763FEBC7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F6DB4E-2664-6142-D59F-208B923C6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9DF350-F4DD-5CBF-2810-26ADE2B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4B949-2415-4E1B-9513-F34B2071BD7F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D649C6-DCE7-83D6-40D0-8A17D50FE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7D078E-CA8D-F174-C64B-3A78890D5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36CDB-4D2D-43D6-9188-F71974D40D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800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0F3E6AA-FA3E-F0AE-8470-96BED79A7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28" y="734070"/>
            <a:ext cx="3258005" cy="512516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2CBAD28-17E9-E301-ED4F-6CCA3CC67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576" y="3635699"/>
            <a:ext cx="850944" cy="63503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EE7A302-69F0-A485-AAF1-5827E5CCE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028" y="4896413"/>
            <a:ext cx="1612983" cy="45087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457E91D-2ADF-2D61-8204-DCB7C79B3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433" y="1048636"/>
            <a:ext cx="3079908" cy="224801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6F24E1-A83E-870F-1BBE-67BE17B67BC1}"/>
              </a:ext>
            </a:extLst>
          </p:cNvPr>
          <p:cNvSpPr txBox="1"/>
          <p:nvPr/>
        </p:nvSpPr>
        <p:spPr>
          <a:xfrm>
            <a:off x="4314954" y="3822928"/>
            <a:ext cx="1744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入力ベクトル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D25889-027F-4D3F-714B-988ACA049D96}"/>
              </a:ext>
            </a:extLst>
          </p:cNvPr>
          <p:cNvSpPr txBox="1"/>
          <p:nvPr/>
        </p:nvSpPr>
        <p:spPr>
          <a:xfrm>
            <a:off x="4314954" y="4944541"/>
            <a:ext cx="2009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ノイズを出力</a:t>
            </a:r>
          </a:p>
        </p:txBody>
      </p:sp>
    </p:spTree>
    <p:extLst>
      <p:ext uri="{BB962C8B-B14F-4D97-AF65-F5344CB8AC3E}">
        <p14:creationId xmlns:p14="http://schemas.microsoft.com/office/powerpoint/2010/main" val="3954857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Hiori Kino</dc:creator>
  <cp:lastModifiedBy>Hiori Kino</cp:lastModifiedBy>
  <cp:revision>3</cp:revision>
  <dcterms:created xsi:type="dcterms:W3CDTF">2026-05-31T13:09:11Z</dcterms:created>
  <dcterms:modified xsi:type="dcterms:W3CDTF">2026-05-31T13:14:10Z</dcterms:modified>
</cp:coreProperties>
</file>